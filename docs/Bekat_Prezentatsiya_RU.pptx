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e1180f40-9c91-91c2-3868-456fc0e72929}">
          <p14:sldIdLst>
            <p14:sldId id="256"/>
          </p14:sldIdLst>
        </p14:section>
        <p14:section name="Проблема" id="{fe09dbe2-3f4f-41ee-9950-99654742f872}">
          <p14:sldIdLst>
            <p14:sldId id="257"/>
            <p14:sldId id="258"/>
          </p14:sldIdLst>
        </p14:section>
        <p14:section name="Решение" id="{ff2ee316-4f40-aa0a-b07c-996aa4d08ab3}">
          <p14:sldIdLst>
            <p14:sldId id="259"/>
            <p14:sldId id="260"/>
            <p14:sldId id="261"/>
            <p14:sldId id="262"/>
          </p14:sldIdLst>
        </p14:section>
        <p14:section name="Технологии" id="{8fd68144-8aa9-34f6-6a2b-0a9ec183a213}">
          <p14:sldIdLst>
            <p14:sldId id="263"/>
          </p14:sldIdLst>
        </p14:section>
        <p14:section name="Рынок" id="{b0b290f7-1269-2fda-b173-c01ccfad5168}">
          <p14:sldIdLst>
            <p14:sldId id="264"/>
            <p14:sldId id="265"/>
          </p14:sldIdLst>
        </p14:section>
        <p14:section name="План" id="{3439120a-0737-2580-3f69-89bc2454b787}">
          <p14:sldIdLst>
            <p14:sldId id="266"/>
            <p14:sldId id="267"/>
            <p14:sldId id="268"/>
          </p14:sldIdLst>
        </p14:section>
        <p14:section name="Итог" id="{c849645f-38c3-f5e5-c219-25b59a44285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сумов</c:v>
                </c:pt>
              </c:strCache>
            </c:strRef>
          </c:tx>
          <c:spPr>
            <a:solidFill>
              <a:srgbClr val="2D6B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Мобильное приложение (Flutter)</c:v>
                  </c:pt>
                  <c:pt idx="1">
                    <c:v>Полевое исследование (GPS)</c:v>
                  </c:pt>
                  <c:pt idx="2">
                    <c:v>Алгоритм (RAPTOR) и бэкенд</c:v>
                  </c:pt>
                  <c:pt idx="3">
                    <c:v>3D-дизайн и схема метро</c:v>
                  </c:pt>
                  <c:pt idx="4">
                    <c:v>Сервер и геосервисы</c:v>
                  </c:pt>
                  <c:pt idx="5">
                    <c:v>Пилотный запуск (100+)</c:v>
                  </c:pt>
                  <c:pt idx="6">
                    <c:v>Аккаунты в сторах</c:v>
                  </c:pt>
                  <c:pt idx="7">
                    <c:v>Свидетельство ЭВМ и прочее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8</c:v>
                </c:pt>
                <c:pt idx="2">
                  <c:v>8</c:v>
                </c:pt>
                <c:pt idx="3">
                  <c:v>3.5</c:v>
                </c:pt>
                <c:pt idx="4">
                  <c:v>3</c:v>
                </c:pt>
                <c:pt idx="5">
                  <c:v>3</c:v>
                </c:pt>
                <c:pt idx="6">
                  <c:v>2.5</c:v>
                </c:pt>
                <c:pt idx="7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Наш проект — Bekat: умная карта автобусных маршрутов Намангана.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Транспорт Намангана быстро обновляется, но простого ответа на вопрос «как доехать» у пассажира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Кодиров Улугбек, Замалитдинов Салим · НамГТУ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WHIT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Кодиров Улугбек, Замалитдинов Салим · НамГТУ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E"/>
                </a:solidFill>
              </a:rPr>
              <a:t>РЕСПУБЛИКАНСКИЙ КОНКУРС «ЛУЧШАЯ КРЕАТИВНАЯ ИДЕЯ» · 2026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097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Bekat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DAE2"/>
                </a:solidFill>
              </a:rPr>
              <a:t>Умная карта автобусных маршрутов Намангана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69264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89888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89888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31136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31136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5176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517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Кодиров Улугбек, Замалитдинов Салим · НамГТУ, группа 37-АТТ (4-курс)</a:t>
            </a:r>
            <a:endParaRPr lang="en-US" sz="1200" dirty="0"/>
          </a:p>
        </p:txBody>
      </p:sp>
      <p:pic>
        <p:nvPicPr>
          <p:cNvPr id="18" name="bus" descr="/home/yourngserber/AndroidStudioProjects/MyApplication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2880360"/>
            <a:ext cx="2240280" cy="1865376"/>
          </a:xfrm>
          <a:prstGeom prst="rect">
            <a:avLst/>
          </a:prstGeom>
        </p:spPr>
      </p:pic>
      <p:pic>
        <p:nvPicPr>
          <p:cNvPr id="19" name="phone" descr="/home/yourngserber/AndroidStudioProjects/MyApplication/Bekat/docs/assets/phone_02_home_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74320"/>
            <a:ext cx="2194560" cy="4215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ПРОБЛЕМА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«Какой автобус? Где пересесть?»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В городе всё больше новых автобусов, маршруты меняются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Если прямого автобуса нет, люди едут на такси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Нет простого инструмента, который покажет путь с пересадками</a:t>
            </a:r>
            <a:endParaRPr lang="en-US" sz="1600" dirty="0"/>
          </a:p>
        </p:txBody>
      </p:sp>
      <p:pic>
        <p:nvPicPr>
          <p:cNvPr id="7" name="city map" descr="/home/yourngserber/AndroidStudioProjects/MyApplication/Bekat/docs/assets/map_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554480"/>
            <a:ext cx="3840480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74920" y="3611880"/>
            <a:ext cx="3200400" cy="566928"/>
          </a:xfrm>
          <a:prstGeom prst="roundRect">
            <a:avLst>
              <a:gd name="adj" fmla="val 290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4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74920" y="3611880"/>
            <a:ext cx="32004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Как доехать от Чорсу до Юксалиша?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ЦИФРЫ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Сеть растёт, а данных нет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731,3 тыс.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жителей Намангана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06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130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современных автобусов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маршрутов по брутто-контракту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854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7CE0A3"/>
                </a:solidFill>
              </a:rPr>
              <a:t>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8854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маршрутов на открытой карте (OSM)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Источники: namstat.uz (01.04.2026), yuz.uz (03.10.2026), gazeta.uz (24.09.2026), запрос к OpenStreetMap (14.10.2026)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РЕШЕНИЕ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Выберите место — увидите путь</a:t>
            </a:r>
            <a:endParaRPr lang="en-US" sz="2800" dirty="0"/>
          </a:p>
        </p:txBody>
      </p:sp>
      <p:pic>
        <p:nvPicPr>
          <p:cNvPr id="6" name="phone 02_home" descr="/home/yourngserber/AndroidStudioProjects/MyApplication/Bekat/docs/assets/phone_02_home_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517904" cy="29169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5856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Карта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3D-город, живые автобусы</a:t>
            </a:r>
            <a:endParaRPr lang="en-US" sz="1500" dirty="0"/>
          </a:p>
        </p:txBody>
      </p:sp>
      <p:pic>
        <p:nvPicPr>
          <p:cNvPr id="8" name="phone 05_plan" descr="/home/yourngserber/AndroidStudioProjects/MyApplication/Bekat/docs/assets/phone_05_plan_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1517904" cy="29169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4748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Варианты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автобус + пересадка + пешком</a:t>
            </a:r>
            <a:endParaRPr lang="en-US" sz="1500" dirty="0"/>
          </a:p>
        </p:txBody>
      </p:sp>
      <p:pic>
        <p:nvPicPr>
          <p:cNvPr id="10" name="phone 06_trip" descr="/home/yourngserber/AndroidStudioProjects/MyApplication/Bekat/docs/assets/phone_06_trip_r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1517904" cy="29169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3640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пути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остановки и время до цели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ГЛАВНАЯ ИДЕЯ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Даже без прямого автобуса — путь есть</a:t>
            </a:r>
            <a:endParaRPr lang="en-US" sz="2800" dirty="0"/>
          </a:p>
        </p:txBody>
      </p:sp>
      <p:pic>
        <p:nvPicPr>
          <p:cNvPr id="6" name="Image 0" descr="/home/yourngserber/AndroidStudioProjects/MyApplication/Bekat/docs/assets/phone_05_plan_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600200" cy="30723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0" y="1645920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1600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Пересадки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Соединяет несколько маршрутов: на №9 до вокзала, затем на №7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0604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4320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25603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Ближайшая точка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Туда, где автобуса нет, — до ближайшей остановки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43200" y="3566160"/>
            <a:ext cx="384048" cy="384048"/>
          </a:xfrm>
          <a:prstGeom prst="ellipse">
            <a:avLst/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432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Быстро и офлайн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Алгоритм RAPTOR прямо в телефоне, меньше 1 секунды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СХЕМА В СТИЛЕ МЕТРО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Вся сеть — на одной схеме</a:t>
            </a:r>
            <a:endParaRPr lang="en-US" sz="2800" dirty="0"/>
          </a:p>
        </p:txBody>
      </p:sp>
      <p:pic>
        <p:nvPicPr>
          <p:cNvPr id="6" name="scheme" descr="/home/yourngserber/AndroidStudioProjects/MyApplication/Bekat/docs/assets/scheme_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681728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06440" y="148132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36208" y="142646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Отчопар – Тахтакуприк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подтверждённый маршрут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5681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E6FE8"/>
          </a:solidFill>
          <a:ln w="12700">
            <a:solidFill>
              <a:srgbClr val="1E6F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440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36208" y="1901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Отчопар – Чорсу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подтверждённый маршрут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43230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06440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236208" y="2377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Юксалиш – Чорсу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подтверждённый маршрут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806440" y="290779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0644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36208" y="28529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Аэропорт – рынок Лола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пример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806440" y="338328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064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236208" y="332841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Гульбог – Ж/д вокзал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пример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06440" y="385876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06440" y="3858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236208" y="380390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Янги Наманган – Обл. детская больница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пример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4370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270"/>
                </a:solidFill>
              </a:rPr>
              <a:t>Промежуточные остановки — пример до полевого исследования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ЖИВАЯ 3D-КАРТА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Город, как в игре</a:t>
            </a:r>
            <a:endParaRPr lang="en-US" sz="2800" dirty="0"/>
          </a:p>
        </p:txBody>
      </p:sp>
      <p:pic>
        <p:nvPicPr>
          <p:cNvPr id="6" name="Image 0" descr="/home/yourngserber/AndroidStudioProjects/MyApplication/Bekat/docs/assets/map_cen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1417320"/>
            <a:ext cx="438912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155448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Автобусы движутся по карте (по расписанию интервалов)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На каждой остановке — сколько минут до автобуса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Мало текста, крупные кнопки: понятно и пожилым, и детям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Узбекский, русский, английский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ТЕХНОЛОГИИ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Как это работает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Данные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Остановки и маршруты собираются с GPS (формат GTFS)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957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060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телефоне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Алгоритм маршрутов и расписание — без интернета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531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634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Карта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MapLibre + OpenStreetMap, 3D-здания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05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7208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Для города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Анонимная «карта спроса» для хокимията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8001000" cy="502920"/>
          </a:xfrm>
          <a:prstGeom prst="roundRect">
            <a:avLst>
              <a:gd name="adj" fmla="val 2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84048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Flutter: Android · iOS · Web — одна кодовая база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АНАЛОГИ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Чем отличается Bekat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  <a:gridCol w="2103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Яндекс Карты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Приложения на OSM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Bekat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Живые автобусы в Намангане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По расписанию; GPS — 2-й этап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Схема всей сети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Режим «ближайшая точка»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Анализ спроса для города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Нет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Есть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База маршрутов Намангана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Закрытая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0 маршрутов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Открытая, обновляется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БИЗНЕС-МОДЕЛЬ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Жителям бесплатно — городу полезно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Жители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Приложение бесплатно. Реклама только местного бизнеса у остановок.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73552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02152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Хокимият и транспортное управление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Годовая B2G-подписка: карта спроса, оповещения об изменениях маршрутов.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98464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27064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Перевозчики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Больше пассажиров; партнёрство через подключение GPS-данных.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ПЛАН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За 3 месяца: от прототипа до пилота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7406640" cy="0"/>
          </a:xfrm>
          <a:prstGeom prst="line">
            <a:avLst/>
          </a:prstGeom>
          <a:noFill/>
          <a:ln w="76200">
            <a:solidFill>
              <a:srgbClr val="22A5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1–3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031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Сбор всех маршрутов и остановок с GPS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09928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3–5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Каркас приложения, поиск, 3 языка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75888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91256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6–7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Маршруты с пересадками, офлайн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157216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72584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54296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Схема, 3D, релиз (APK + веб)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38544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53912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Нед. 9–12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35624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Пилот со 100+ пользователями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1987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AA1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Далее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61695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GPS в реальном времени, Андижан, Фергана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СМЕТА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40 млн сумов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1-й этап (стартап): мобильное приложение, полевое исследование и пилот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37360"/>
          <a:ext cx="80467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СТАТУС И KPI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Прототип уже работает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Работающее приложение: Android, iOS, веб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6 маршрутов, 36 остановок, 69 мест в поиске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Маршруты с пересадками и схема метро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Автотесты: 7 из 7 пройдены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маршрутов города оцифровано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67512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&lt; 1 с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расчёт маршрута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66344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активных пилотных пользователей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80%+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«нашёл нужный путь»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Целевые показатели — измеряются после пилота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yourngserber/AndroidStudioProjects/MyApplication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640080"/>
            <a:ext cx="2743200" cy="2286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822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Bekat — простой путь по Намангану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DAE2"/>
                </a:solidFill>
              </a:rPr>
              <a:t>Приглашаем партнёров: хокимият города, областное транспортное управление, перевозчиков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Кодиров Улугбек — автор · Замалитдинов Салим — соавтор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+998 90 555 80 91 · Dragonknight281101@gmail.com · github.com/SERBErGAME/Bekat</a:t>
            </a:r>
            <a:endParaRPr lang="en-US" sz="1500" dirty="0"/>
          </a:p>
        </p:txBody>
      </p:sp>
      <p:pic>
        <p:nvPicPr>
          <p:cNvPr id="6" name="Image 1" descr="/home/yourngserber/AndroidStudioProjects/MyApplication/Bekat/qr_bek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971800"/>
            <a:ext cx="13716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760720" y="4407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1AE"/>
                </a:solidFill>
              </a:rPr>
              <a:t>Сканируйте — скачайте приложение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kat">
  <a:themeElements>
    <a:clrScheme name="Bekat">
      <a:dk1>
        <a:srgbClr val="15171C"/>
      </a:dk1>
      <a:lt1>
        <a:srgbClr val="FFFFFF"/>
      </a:lt1>
      <a:dk2>
        <a:srgbClr val="1E2024"/>
      </a:dk2>
      <a:lt2>
        <a:srgbClr val="EEF1F6"/>
      </a:lt2>
      <a:accent1>
        <a:srgbClr val="2D6BF0"/>
      </a:accent1>
      <a:accent2>
        <a:srgbClr val="E53935"/>
      </a:accent2>
      <a:accent3>
        <a:srgbClr val="22A55B"/>
      </a:accent3>
      <a:accent4>
        <a:srgbClr val="F59E0B"/>
      </a:accent4>
      <a:accent5>
        <a:srgbClr val="8B5CF6"/>
      </a:accent5>
      <a:accent6>
        <a:srgbClr val="06B6D4"/>
      </a:accent6>
      <a:hlink>
        <a:srgbClr val="2D6BF0"/>
      </a:hlink>
      <a:folHlink>
        <a:srgbClr val="8B5CF6"/>
      </a:folHlink>
    </a:clrScheme>
    <a:fontScheme name="Beka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Bekat</dc:title>
  <dc:subject>PptxGenJS Presentation</dc:subject>
  <dc:creator>Расулов Фаррух</dc:creator>
  <cp:lastModifiedBy>Расулов Фаррух</cp:lastModifiedBy>
  <cp:revision>1</cp:revision>
  <dcterms:created xsi:type="dcterms:W3CDTF">2026-10-14T14:19:51Z</dcterms:created>
  <dcterms:modified xsi:type="dcterms:W3CDTF">2026-10-14T14:19:51Z</dcterms:modified>
</cp:coreProperties>
</file>